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5"/>
  </p:notesMasterIdLst>
  <p:handoutMasterIdLst>
    <p:handoutMasterId r:id="rId26"/>
  </p:handoutMasterIdLst>
  <p:sldIdLst>
    <p:sldId id="312" r:id="rId5"/>
    <p:sldId id="304" r:id="rId6"/>
    <p:sldId id="329" r:id="rId7"/>
    <p:sldId id="332" r:id="rId8"/>
    <p:sldId id="307" r:id="rId9"/>
    <p:sldId id="281" r:id="rId10"/>
    <p:sldId id="282" r:id="rId11"/>
    <p:sldId id="314" r:id="rId12"/>
    <p:sldId id="315" r:id="rId13"/>
    <p:sldId id="317" r:id="rId14"/>
    <p:sldId id="318" r:id="rId15"/>
    <p:sldId id="319" r:id="rId16"/>
    <p:sldId id="321" r:id="rId17"/>
    <p:sldId id="322" r:id="rId18"/>
    <p:sldId id="323" r:id="rId19"/>
    <p:sldId id="324" r:id="rId20"/>
    <p:sldId id="325" r:id="rId21"/>
    <p:sldId id="326" r:id="rId22"/>
    <p:sldId id="328" r:id="rId23"/>
    <p:sldId id="297" r:id="rId2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E3501E-F03A-4A87-B19D-3FFBD7B13936}" v="83" dt="2026-03-29T11:34:41.116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105" d="100"/>
          <a:sy n="105" d="100"/>
        </p:scale>
        <p:origin x="834" y="11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ajoy Chakraborty" userId="f6bb329bb20ebf3a" providerId="LiveId" clId="{90FB9098-6659-4D5D-8D48-C1F78F91133B}"/>
    <pc:docChg chg="undo redo custSel addSld delSld modSld sldOrd">
      <pc:chgData name="Ranajoy Chakraborty" userId="f6bb329bb20ebf3a" providerId="LiveId" clId="{90FB9098-6659-4D5D-8D48-C1F78F91133B}" dt="2026-03-29T11:36:23.964" v="3020"/>
      <pc:docMkLst>
        <pc:docMk/>
      </pc:docMkLst>
      <pc:sldChg chg="addSp delSp modSp mod">
        <pc:chgData name="Ranajoy Chakraborty" userId="f6bb329bb20ebf3a" providerId="LiveId" clId="{90FB9098-6659-4D5D-8D48-C1F78F91133B}" dt="2026-03-29T09:49:45.284" v="6" actId="1076"/>
        <pc:sldMkLst>
          <pc:docMk/>
          <pc:sldMk cId="685681062" sldId="282"/>
        </pc:sldMkLst>
        <pc:spChg chg="mod">
          <ac:chgData name="Ranajoy Chakraborty" userId="f6bb329bb20ebf3a" providerId="LiveId" clId="{90FB9098-6659-4D5D-8D48-C1F78F91133B}" dt="2026-03-29T09:49:45.284" v="6" actId="1076"/>
          <ac:spMkLst>
            <pc:docMk/>
            <pc:sldMk cId="685681062" sldId="282"/>
            <ac:spMk id="2" creationId="{FD5E8954-9BCB-7FD9-A210-38DC54382D45}"/>
          </ac:spMkLst>
        </pc:spChg>
        <pc:spChg chg="del">
          <ac:chgData name="Ranajoy Chakraborty" userId="f6bb329bb20ebf3a" providerId="LiveId" clId="{90FB9098-6659-4D5D-8D48-C1F78F91133B}" dt="2026-03-29T09:47:28.171" v="0"/>
          <ac:spMkLst>
            <pc:docMk/>
            <pc:sldMk cId="685681062" sldId="282"/>
            <ac:spMk id="3" creationId="{75111C33-898C-4414-4665-5136EB6FC126}"/>
          </ac:spMkLst>
        </pc:spChg>
        <pc:spChg chg="add mod">
          <ac:chgData name="Ranajoy Chakraborty" userId="f6bb329bb20ebf3a" providerId="LiveId" clId="{90FB9098-6659-4D5D-8D48-C1F78F91133B}" dt="2026-03-29T09:48:36.979" v="4" actId="255"/>
          <ac:spMkLst>
            <pc:docMk/>
            <pc:sldMk cId="685681062" sldId="282"/>
            <ac:spMk id="4" creationId="{5DD027D3-37B1-24D4-124A-448013582CC2}"/>
          </ac:spMkLst>
        </pc:spChg>
      </pc:sldChg>
      <pc:sldChg chg="modSp mod ord">
        <pc:chgData name="Ranajoy Chakraborty" userId="f6bb329bb20ebf3a" providerId="LiveId" clId="{90FB9098-6659-4D5D-8D48-C1F78F91133B}" dt="2026-03-29T11:05:08.430" v="2867" actId="1076"/>
        <pc:sldMkLst>
          <pc:docMk/>
          <pc:sldMk cId="1973173046" sldId="297"/>
        </pc:sldMkLst>
        <pc:spChg chg="mod">
          <ac:chgData name="Ranajoy Chakraborty" userId="f6bb329bb20ebf3a" providerId="LiveId" clId="{90FB9098-6659-4D5D-8D48-C1F78F91133B}" dt="2026-03-29T11:05:01.603" v="2866" actId="1076"/>
          <ac:spMkLst>
            <pc:docMk/>
            <pc:sldMk cId="1973173046" sldId="297"/>
            <ac:spMk id="2" creationId="{509D22C5-0C9E-B582-A8FE-B45E70A01E7F}"/>
          </ac:spMkLst>
        </pc:spChg>
        <pc:spChg chg="mod">
          <ac:chgData name="Ranajoy Chakraborty" userId="f6bb329bb20ebf3a" providerId="LiveId" clId="{90FB9098-6659-4D5D-8D48-C1F78F91133B}" dt="2026-03-29T11:05:08.430" v="2867" actId="1076"/>
          <ac:spMkLst>
            <pc:docMk/>
            <pc:sldMk cId="1973173046" sldId="297"/>
            <ac:spMk id="3" creationId="{D8B5CEF2-E667-BBB5-2EA6-C06F93B6DE12}"/>
          </ac:spMkLst>
        </pc:spChg>
      </pc:sldChg>
      <pc:sldChg chg="addSp delSp modSp mod">
        <pc:chgData name="Ranajoy Chakraborty" userId="f6bb329bb20ebf3a" providerId="LiveId" clId="{90FB9098-6659-4D5D-8D48-C1F78F91133B}" dt="2026-03-29T09:56:46.152" v="65" actId="1076"/>
        <pc:sldMkLst>
          <pc:docMk/>
          <pc:sldMk cId="1131718056" sldId="314"/>
        </pc:sldMkLst>
        <pc:spChg chg="mod">
          <ac:chgData name="Ranajoy Chakraborty" userId="f6bb329bb20ebf3a" providerId="LiveId" clId="{90FB9098-6659-4D5D-8D48-C1F78F91133B}" dt="2026-03-29T09:54:32.902" v="34" actId="1076"/>
          <ac:spMkLst>
            <pc:docMk/>
            <pc:sldMk cId="1131718056" sldId="314"/>
            <ac:spMk id="2" creationId="{B6210199-C129-11F0-56F2-2D1AED21CB4C}"/>
          </ac:spMkLst>
        </pc:spChg>
        <pc:spChg chg="del mod">
          <ac:chgData name="Ranajoy Chakraborty" userId="f6bb329bb20ebf3a" providerId="LiveId" clId="{90FB9098-6659-4D5D-8D48-C1F78F91133B}" dt="2026-03-29T09:55:45.051" v="62"/>
          <ac:spMkLst>
            <pc:docMk/>
            <pc:sldMk cId="1131718056" sldId="314"/>
            <ac:spMk id="4" creationId="{BDDD6BDC-E008-6AB7-55A1-46ED9BCF054F}"/>
          </ac:spMkLst>
        </pc:spChg>
        <pc:spChg chg="add mod">
          <ac:chgData name="Ranajoy Chakraborty" userId="f6bb329bb20ebf3a" providerId="LiveId" clId="{90FB9098-6659-4D5D-8D48-C1F78F91133B}" dt="2026-03-29T09:56:46.152" v="65" actId="1076"/>
          <ac:spMkLst>
            <pc:docMk/>
            <pc:sldMk cId="1131718056" sldId="314"/>
            <ac:spMk id="5" creationId="{003EEFFF-C8FC-AAA1-05D5-97B7E92201CA}"/>
          </ac:spMkLst>
        </pc:spChg>
      </pc:sldChg>
      <pc:sldChg chg="addSp delSp modSp mod">
        <pc:chgData name="Ranajoy Chakraborty" userId="f6bb329bb20ebf3a" providerId="LiveId" clId="{90FB9098-6659-4D5D-8D48-C1F78F91133B}" dt="2026-03-29T10:01:16.209" v="875" actId="1076"/>
        <pc:sldMkLst>
          <pc:docMk/>
          <pc:sldMk cId="2468595790" sldId="315"/>
        </pc:sldMkLst>
        <pc:spChg chg="mod">
          <ac:chgData name="Ranajoy Chakraborty" userId="f6bb329bb20ebf3a" providerId="LiveId" clId="{90FB9098-6659-4D5D-8D48-C1F78F91133B}" dt="2026-03-29T09:58:30.324" v="98" actId="14100"/>
          <ac:spMkLst>
            <pc:docMk/>
            <pc:sldMk cId="2468595790" sldId="315"/>
            <ac:spMk id="2" creationId="{B28A34A6-22BC-27A4-2C79-EE98A4943B14}"/>
          </ac:spMkLst>
        </pc:spChg>
        <pc:spChg chg="add del mod">
          <ac:chgData name="Ranajoy Chakraborty" userId="f6bb329bb20ebf3a" providerId="LiveId" clId="{90FB9098-6659-4D5D-8D48-C1F78F91133B}" dt="2026-03-29T10:00:50.692" v="872"/>
          <ac:spMkLst>
            <pc:docMk/>
            <pc:sldMk cId="2468595790" sldId="315"/>
            <ac:spMk id="4" creationId="{FBD1DD67-3EC0-1BE4-CA95-CCDB2A0AF730}"/>
          </ac:spMkLst>
        </pc:spChg>
        <pc:spChg chg="add mod">
          <ac:chgData name="Ranajoy Chakraborty" userId="f6bb329bb20ebf3a" providerId="LiveId" clId="{90FB9098-6659-4D5D-8D48-C1F78F91133B}" dt="2026-03-29T10:01:16.209" v="875" actId="1076"/>
          <ac:spMkLst>
            <pc:docMk/>
            <pc:sldMk cId="2468595790" sldId="315"/>
            <ac:spMk id="5" creationId="{4B240F75-2641-FA42-9811-977F0CF5BF0A}"/>
          </ac:spMkLst>
        </pc:spChg>
        <pc:spChg chg="del mod">
          <ac:chgData name="Ranajoy Chakraborty" userId="f6bb329bb20ebf3a" providerId="LiveId" clId="{90FB9098-6659-4D5D-8D48-C1F78F91133B}" dt="2026-03-29T09:59:49.868" v="477"/>
          <ac:spMkLst>
            <pc:docMk/>
            <pc:sldMk cId="2468595790" sldId="315"/>
            <ac:spMk id="16" creationId="{AEF9954A-E263-8A7E-58B1-4D03F7D1BD9B}"/>
          </ac:spMkLst>
        </pc:spChg>
        <pc:spChg chg="mod">
          <ac:chgData name="Ranajoy Chakraborty" userId="f6bb329bb20ebf3a" providerId="LiveId" clId="{90FB9098-6659-4D5D-8D48-C1F78F91133B}" dt="2026-03-29T09:58:52.760" v="278" actId="20577"/>
          <ac:spMkLst>
            <pc:docMk/>
            <pc:sldMk cId="2468595790" sldId="315"/>
            <ac:spMk id="17" creationId="{33680A80-5C61-DD02-1119-0565C0AD5372}"/>
          </ac:spMkLst>
        </pc:spChg>
      </pc:sldChg>
      <pc:sldChg chg="addSp delSp modSp mod">
        <pc:chgData name="Ranajoy Chakraborty" userId="f6bb329bb20ebf3a" providerId="LiveId" clId="{90FB9098-6659-4D5D-8D48-C1F78F91133B}" dt="2026-03-29T10:06:23.712" v="1222" actId="1076"/>
        <pc:sldMkLst>
          <pc:docMk/>
          <pc:sldMk cId="1941619646" sldId="317"/>
        </pc:sldMkLst>
        <pc:spChg chg="add mod">
          <ac:chgData name="Ranajoy Chakraborty" userId="f6bb329bb20ebf3a" providerId="LiveId" clId="{90FB9098-6659-4D5D-8D48-C1F78F91133B}" dt="2026-03-29T10:05:49.981" v="1216" actId="1076"/>
          <ac:spMkLst>
            <pc:docMk/>
            <pc:sldMk cId="1941619646" sldId="317"/>
            <ac:spMk id="2" creationId="{2C7D5FAB-204D-FF59-3164-A10CA8484ADC}"/>
          </ac:spMkLst>
        </pc:spChg>
        <pc:spChg chg="mod">
          <ac:chgData name="Ranajoy Chakraborty" userId="f6bb329bb20ebf3a" providerId="LiveId" clId="{90FB9098-6659-4D5D-8D48-C1F78F91133B}" dt="2026-03-29T10:03:21.807" v="1205" actId="14100"/>
          <ac:spMkLst>
            <pc:docMk/>
            <pc:sldMk cId="1941619646" sldId="317"/>
            <ac:spMk id="3" creationId="{3D55F2D4-C20E-BEBC-1CCF-4449B0456A7E}"/>
          </ac:spMkLst>
        </pc:spChg>
        <pc:spChg chg="del mod">
          <ac:chgData name="Ranajoy Chakraborty" userId="f6bb329bb20ebf3a" providerId="LiveId" clId="{90FB9098-6659-4D5D-8D48-C1F78F91133B}" dt="2026-03-29T10:05:02.826" v="1210" actId="931"/>
          <ac:spMkLst>
            <pc:docMk/>
            <pc:sldMk cId="1941619646" sldId="317"/>
            <ac:spMk id="13" creationId="{58AC0C8B-8A7A-9FAE-2D0F-4D1C3A8C3FA5}"/>
          </ac:spMkLst>
        </pc:spChg>
        <pc:spChg chg="del mod">
          <ac:chgData name="Ranajoy Chakraborty" userId="f6bb329bb20ebf3a" providerId="LiveId" clId="{90FB9098-6659-4D5D-8D48-C1F78F91133B}" dt="2026-03-29T10:03:47.361" v="1206"/>
          <ac:spMkLst>
            <pc:docMk/>
            <pc:sldMk cId="1941619646" sldId="317"/>
            <ac:spMk id="14" creationId="{749C7CD1-A9AA-49E3-6734-AD9546F2DF5B}"/>
          </ac:spMkLst>
        </pc:spChg>
        <pc:picChg chg="add mod">
          <ac:chgData name="Ranajoy Chakraborty" userId="f6bb329bb20ebf3a" providerId="LiveId" clId="{90FB9098-6659-4D5D-8D48-C1F78F91133B}" dt="2026-03-29T10:06:23.712" v="1222" actId="1076"/>
          <ac:picMkLst>
            <pc:docMk/>
            <pc:sldMk cId="1941619646" sldId="317"/>
            <ac:picMk id="6" creationId="{39F6DE3D-A005-2DCE-3F15-E6E2577F04CD}"/>
          </ac:picMkLst>
        </pc:picChg>
        <pc:picChg chg="mod">
          <ac:chgData name="Ranajoy Chakraborty" userId="f6bb329bb20ebf3a" providerId="LiveId" clId="{90FB9098-6659-4D5D-8D48-C1F78F91133B}" dt="2026-03-29T10:06:20.147" v="1221" actId="1076"/>
          <ac:picMkLst>
            <pc:docMk/>
            <pc:sldMk cId="1941619646" sldId="317"/>
            <ac:picMk id="10" creationId="{DD0A0899-5B02-CEB5-E5DD-448B169C2377}"/>
          </ac:picMkLst>
        </pc:picChg>
      </pc:sldChg>
      <pc:sldChg chg="addSp delSp modSp mod">
        <pc:chgData name="Ranajoy Chakraborty" userId="f6bb329bb20ebf3a" providerId="LiveId" clId="{90FB9098-6659-4D5D-8D48-C1F78F91133B}" dt="2026-03-29T10:07:57.483" v="1477" actId="1076"/>
        <pc:sldMkLst>
          <pc:docMk/>
          <pc:sldMk cId="4072101725" sldId="318"/>
        </pc:sldMkLst>
        <pc:spChg chg="mod">
          <ac:chgData name="Ranajoy Chakraborty" userId="f6bb329bb20ebf3a" providerId="LiveId" clId="{90FB9098-6659-4D5D-8D48-C1F78F91133B}" dt="2026-03-29T10:06:56.628" v="1238"/>
          <ac:spMkLst>
            <pc:docMk/>
            <pc:sldMk cId="4072101725" sldId="318"/>
            <ac:spMk id="3" creationId="{9443EC8A-1733-CCF7-081F-EB4667CB3285}"/>
          </ac:spMkLst>
        </pc:spChg>
        <pc:spChg chg="del mod">
          <ac:chgData name="Ranajoy Chakraborty" userId="f6bb329bb20ebf3a" providerId="LiveId" clId="{90FB9098-6659-4D5D-8D48-C1F78F91133B}" dt="2026-03-29T10:07:28.969" v="1474"/>
          <ac:spMkLst>
            <pc:docMk/>
            <pc:sldMk cId="4072101725" sldId="318"/>
            <ac:spMk id="4" creationId="{ACE55D3D-AA24-CF53-6679-29B3C83F7646}"/>
          </ac:spMkLst>
        </pc:spChg>
        <pc:spChg chg="add mod">
          <ac:chgData name="Ranajoy Chakraborty" userId="f6bb329bb20ebf3a" providerId="LiveId" clId="{90FB9098-6659-4D5D-8D48-C1F78F91133B}" dt="2026-03-29T10:07:57.483" v="1477" actId="1076"/>
          <ac:spMkLst>
            <pc:docMk/>
            <pc:sldMk cId="4072101725" sldId="318"/>
            <ac:spMk id="5" creationId="{AA850F01-D478-C886-B704-A87FA663DF9F}"/>
          </ac:spMkLst>
        </pc:spChg>
      </pc:sldChg>
      <pc:sldChg chg="addSp delSp modSp mod">
        <pc:chgData name="Ranajoy Chakraborty" userId="f6bb329bb20ebf3a" providerId="LiveId" clId="{90FB9098-6659-4D5D-8D48-C1F78F91133B}" dt="2026-03-29T10:25:30.770" v="2093" actId="14100"/>
        <pc:sldMkLst>
          <pc:docMk/>
          <pc:sldMk cId="3969996159" sldId="319"/>
        </pc:sldMkLst>
        <pc:spChg chg="add mod">
          <ac:chgData name="Ranajoy Chakraborty" userId="f6bb329bb20ebf3a" providerId="LiveId" clId="{90FB9098-6659-4D5D-8D48-C1F78F91133B}" dt="2026-03-29T10:24:33.744" v="2084" actId="5793"/>
          <ac:spMkLst>
            <pc:docMk/>
            <pc:sldMk cId="3969996159" sldId="319"/>
            <ac:spMk id="3" creationId="{2E193F3D-BAC6-D4A8-22FC-04197DE86A2D}"/>
          </ac:spMkLst>
        </pc:spChg>
        <pc:spChg chg="add del mod">
          <ac:chgData name="Ranajoy Chakraborty" userId="f6bb329bb20ebf3a" providerId="LiveId" clId="{90FB9098-6659-4D5D-8D48-C1F78F91133B}" dt="2026-03-29T10:22:27.463" v="1679"/>
          <ac:spMkLst>
            <pc:docMk/>
            <pc:sldMk cId="3969996159" sldId="319"/>
            <ac:spMk id="4" creationId="{97DCC342-9FD1-7055-EAAC-008DC851B13F}"/>
          </ac:spMkLst>
        </pc:spChg>
        <pc:spChg chg="mod">
          <ac:chgData name="Ranajoy Chakraborty" userId="f6bb329bb20ebf3a" providerId="LiveId" clId="{90FB9098-6659-4D5D-8D48-C1F78F91133B}" dt="2026-03-29T10:25:30.770" v="2093" actId="14100"/>
          <ac:spMkLst>
            <pc:docMk/>
            <pc:sldMk cId="3969996159" sldId="319"/>
            <ac:spMk id="5" creationId="{2136FCF6-982C-CC37-9625-3EBFC7E7DD13}"/>
          </ac:spMkLst>
        </pc:spChg>
        <pc:spChg chg="add del mod">
          <ac:chgData name="Ranajoy Chakraborty" userId="f6bb329bb20ebf3a" providerId="LiveId" clId="{90FB9098-6659-4D5D-8D48-C1F78F91133B}" dt="2026-03-29T10:22:20.483" v="1670" actId="478"/>
          <ac:spMkLst>
            <pc:docMk/>
            <pc:sldMk cId="3969996159" sldId="319"/>
            <ac:spMk id="8" creationId="{659FEC4B-E5BF-BCC9-E929-5812237F871E}"/>
          </ac:spMkLst>
        </pc:spChg>
        <pc:spChg chg="add del mod">
          <ac:chgData name="Ranajoy Chakraborty" userId="f6bb329bb20ebf3a" providerId="LiveId" clId="{90FB9098-6659-4D5D-8D48-C1F78F91133B}" dt="2026-03-29T10:24:43.677" v="2087"/>
          <ac:spMkLst>
            <pc:docMk/>
            <pc:sldMk cId="3969996159" sldId="319"/>
            <ac:spMk id="10" creationId="{4B509241-DB8F-68AA-1822-00D70106D367}"/>
          </ac:spMkLst>
        </pc:spChg>
        <pc:spChg chg="add del mod">
          <ac:chgData name="Ranajoy Chakraborty" userId="f6bb329bb20ebf3a" providerId="LiveId" clId="{90FB9098-6659-4D5D-8D48-C1F78F91133B}" dt="2026-03-29T10:24:12.505" v="2015"/>
          <ac:spMkLst>
            <pc:docMk/>
            <pc:sldMk cId="3969996159" sldId="319"/>
            <ac:spMk id="12" creationId="{7455E1AE-2E15-3328-08D5-783E596CB82B}"/>
          </ac:spMkLst>
        </pc:spChg>
        <pc:spChg chg="add mod">
          <ac:chgData name="Ranajoy Chakraborty" userId="f6bb329bb20ebf3a" providerId="LiveId" clId="{90FB9098-6659-4D5D-8D48-C1F78F91133B}" dt="2026-03-29T10:25:10.683" v="2090" actId="1076"/>
          <ac:spMkLst>
            <pc:docMk/>
            <pc:sldMk cId="3969996159" sldId="319"/>
            <ac:spMk id="13" creationId="{14FBD7FD-97D1-3375-0593-327315EF0465}"/>
          </ac:spMkLst>
        </pc:spChg>
        <pc:graphicFrameChg chg="add del mod modGraphic">
          <ac:chgData name="Ranajoy Chakraborty" userId="f6bb329bb20ebf3a" providerId="LiveId" clId="{90FB9098-6659-4D5D-8D48-C1F78F91133B}" dt="2026-03-29T10:22:36.849" v="1681" actId="478"/>
          <ac:graphicFrameMkLst>
            <pc:docMk/>
            <pc:sldMk cId="3969996159" sldId="319"/>
            <ac:graphicFrameMk id="6" creationId="{4DB3991E-0605-C20E-53AD-D64E13638DA5}"/>
          </ac:graphicFrameMkLst>
        </pc:graphicFrameChg>
      </pc:sldChg>
      <pc:sldChg chg="addSp delSp modSp mod">
        <pc:chgData name="Ranajoy Chakraborty" userId="f6bb329bb20ebf3a" providerId="LiveId" clId="{90FB9098-6659-4D5D-8D48-C1F78F91133B}" dt="2026-03-29T10:28:35.551" v="2429" actId="1076"/>
        <pc:sldMkLst>
          <pc:docMk/>
          <pc:sldMk cId="2498021601" sldId="321"/>
        </pc:sldMkLst>
        <pc:spChg chg="mod">
          <ac:chgData name="Ranajoy Chakraborty" userId="f6bb329bb20ebf3a" providerId="LiveId" clId="{90FB9098-6659-4D5D-8D48-C1F78F91133B}" dt="2026-03-29T10:28:35.551" v="2429" actId="1076"/>
          <ac:spMkLst>
            <pc:docMk/>
            <pc:sldMk cId="2498021601" sldId="321"/>
            <ac:spMk id="3" creationId="{38D62608-F5E4-7EC0-5EF0-4F988DDDEC5B}"/>
          </ac:spMkLst>
        </pc:spChg>
        <pc:spChg chg="add mod">
          <ac:chgData name="Ranajoy Chakraborty" userId="f6bb329bb20ebf3a" providerId="LiveId" clId="{90FB9098-6659-4D5D-8D48-C1F78F91133B}" dt="2026-03-29T10:28:15.416" v="2425" actId="255"/>
          <ac:spMkLst>
            <pc:docMk/>
            <pc:sldMk cId="2498021601" sldId="321"/>
            <ac:spMk id="4" creationId="{114A7789-EFD6-DD30-A043-E62A1FD53AEE}"/>
          </ac:spMkLst>
        </pc:spChg>
        <pc:spChg chg="del mod">
          <ac:chgData name="Ranajoy Chakraborty" userId="f6bb329bb20ebf3a" providerId="LiveId" clId="{90FB9098-6659-4D5D-8D48-C1F78F91133B}" dt="2026-03-29T10:26:29.326" v="2319"/>
          <ac:spMkLst>
            <pc:docMk/>
            <pc:sldMk cId="2498021601" sldId="321"/>
            <ac:spMk id="12" creationId="{288BD9B8-D6A6-D55A-830D-4D3CC2DC3933}"/>
          </ac:spMkLst>
        </pc:spChg>
        <pc:spChg chg="mod">
          <ac:chgData name="Ranajoy Chakraborty" userId="f6bb329bb20ebf3a" providerId="LiveId" clId="{90FB9098-6659-4D5D-8D48-C1F78F91133B}" dt="2026-03-29T10:26:50.243" v="2416" actId="20577"/>
          <ac:spMkLst>
            <pc:docMk/>
            <pc:sldMk cId="2498021601" sldId="321"/>
            <ac:spMk id="13" creationId="{0853098E-C088-D323-4BF2-987893F262F6}"/>
          </ac:spMkLst>
        </pc:spChg>
      </pc:sldChg>
      <pc:sldChg chg="addSp delSp modSp mod">
        <pc:chgData name="Ranajoy Chakraborty" userId="f6bb329bb20ebf3a" providerId="LiveId" clId="{90FB9098-6659-4D5D-8D48-C1F78F91133B}" dt="2026-03-29T10:32:08.045" v="2447" actId="1076"/>
        <pc:sldMkLst>
          <pc:docMk/>
          <pc:sldMk cId="1686213229" sldId="322"/>
        </pc:sldMkLst>
        <pc:spChg chg="mod">
          <ac:chgData name="Ranajoy Chakraborty" userId="f6bb329bb20ebf3a" providerId="LiveId" clId="{90FB9098-6659-4D5D-8D48-C1F78F91133B}" dt="2026-03-29T10:32:08.045" v="2447" actId="1076"/>
          <ac:spMkLst>
            <pc:docMk/>
            <pc:sldMk cId="1686213229" sldId="322"/>
            <ac:spMk id="2" creationId="{4730A324-0737-F0DA-1F7D-10CBE06D7C3F}"/>
          </ac:spMkLst>
        </pc:spChg>
        <pc:spChg chg="add del mod">
          <ac:chgData name="Ranajoy Chakraborty" userId="f6bb329bb20ebf3a" providerId="LiveId" clId="{90FB9098-6659-4D5D-8D48-C1F78F91133B}" dt="2026-03-29T10:31:43.254" v="2444"/>
          <ac:spMkLst>
            <pc:docMk/>
            <pc:sldMk cId="1686213229" sldId="322"/>
            <ac:spMk id="6" creationId="{BF65AEDD-97CC-AF70-3C71-575D6E3DCECD}"/>
          </ac:spMkLst>
        </pc:spChg>
        <pc:spChg chg="add mod">
          <ac:chgData name="Ranajoy Chakraborty" userId="f6bb329bb20ebf3a" providerId="LiveId" clId="{90FB9098-6659-4D5D-8D48-C1F78F91133B}" dt="2026-03-29T10:32:01.493" v="2446" actId="1076"/>
          <ac:spMkLst>
            <pc:docMk/>
            <pc:sldMk cId="1686213229" sldId="322"/>
            <ac:spMk id="7" creationId="{FECEA8AB-A18F-60CE-4668-8677E4889D8A}"/>
          </ac:spMkLst>
        </pc:spChg>
        <pc:graphicFrameChg chg="del mod modGraphic">
          <ac:chgData name="Ranajoy Chakraborty" userId="f6bb329bb20ebf3a" providerId="LiveId" clId="{90FB9098-6659-4D5D-8D48-C1F78F91133B}" dt="2026-03-29T10:31:24.742" v="2443" actId="478"/>
          <ac:graphicFrameMkLst>
            <pc:docMk/>
            <pc:sldMk cId="1686213229" sldId="322"/>
            <ac:graphicFrameMk id="5" creationId="{AC0C7FF8-9CAF-6C67-C1E5-AF40401D0B3D}"/>
          </ac:graphicFrameMkLst>
        </pc:graphicFrameChg>
      </pc:sldChg>
      <pc:sldChg chg="addSp delSp modSp new mod">
        <pc:chgData name="Ranajoy Chakraborty" userId="f6bb329bb20ebf3a" providerId="LiveId" clId="{90FB9098-6659-4D5D-8D48-C1F78F91133B}" dt="2026-03-29T10:37:50.905" v="2507" actId="1076"/>
        <pc:sldMkLst>
          <pc:docMk/>
          <pc:sldMk cId="2349444510" sldId="323"/>
        </pc:sldMkLst>
        <pc:spChg chg="mod">
          <ac:chgData name="Ranajoy Chakraborty" userId="f6bb329bb20ebf3a" providerId="LiveId" clId="{90FB9098-6659-4D5D-8D48-C1F78F91133B}" dt="2026-03-29T10:36:31.251" v="2491" actId="1076"/>
          <ac:spMkLst>
            <pc:docMk/>
            <pc:sldMk cId="2349444510" sldId="323"/>
            <ac:spMk id="2" creationId="{0864DD12-17C6-A869-4B9B-37534C015B47}"/>
          </ac:spMkLst>
        </pc:spChg>
        <pc:spChg chg="del">
          <ac:chgData name="Ranajoy Chakraborty" userId="f6bb329bb20ebf3a" providerId="LiveId" clId="{90FB9098-6659-4D5D-8D48-C1F78F91133B}" dt="2026-03-29T10:36:59.696" v="2492"/>
          <ac:spMkLst>
            <pc:docMk/>
            <pc:sldMk cId="2349444510" sldId="323"/>
            <ac:spMk id="3" creationId="{0B3FEB8F-4BEF-B52C-03A3-35EFFC36EE4D}"/>
          </ac:spMkLst>
        </pc:spChg>
        <pc:spChg chg="add mod">
          <ac:chgData name="Ranajoy Chakraborty" userId="f6bb329bb20ebf3a" providerId="LiveId" clId="{90FB9098-6659-4D5D-8D48-C1F78F91133B}" dt="2026-03-29T10:37:32.956" v="2504" actId="1076"/>
          <ac:spMkLst>
            <pc:docMk/>
            <pc:sldMk cId="2349444510" sldId="323"/>
            <ac:spMk id="5" creationId="{91D8C536-DD6C-5521-D0EB-0C119D5D6284}"/>
          </ac:spMkLst>
        </pc:spChg>
        <pc:spChg chg="add mod">
          <ac:chgData name="Ranajoy Chakraborty" userId="f6bb329bb20ebf3a" providerId="LiveId" clId="{90FB9098-6659-4D5D-8D48-C1F78F91133B}" dt="2026-03-29T10:37:50.905" v="2507" actId="1076"/>
          <ac:spMkLst>
            <pc:docMk/>
            <pc:sldMk cId="2349444510" sldId="323"/>
            <ac:spMk id="6" creationId="{687EA79C-89E7-8619-6FD5-376861DEF646}"/>
          </ac:spMkLst>
        </pc:spChg>
      </pc:sldChg>
      <pc:sldChg chg="addSp delSp modSp new mod">
        <pc:chgData name="Ranajoy Chakraborty" userId="f6bb329bb20ebf3a" providerId="LiveId" clId="{90FB9098-6659-4D5D-8D48-C1F78F91133B}" dt="2026-03-29T10:46:33.342" v="2535" actId="1076"/>
        <pc:sldMkLst>
          <pc:docMk/>
          <pc:sldMk cId="764704217" sldId="324"/>
        </pc:sldMkLst>
        <pc:spChg chg="mod">
          <ac:chgData name="Ranajoy Chakraborty" userId="f6bb329bb20ebf3a" providerId="LiveId" clId="{90FB9098-6659-4D5D-8D48-C1F78F91133B}" dt="2026-03-29T10:44:35.045" v="2526" actId="20577"/>
          <ac:spMkLst>
            <pc:docMk/>
            <pc:sldMk cId="764704217" sldId="324"/>
            <ac:spMk id="2" creationId="{CF1CBBA7-833A-3E9D-05C2-BDB064E84587}"/>
          </ac:spMkLst>
        </pc:spChg>
        <pc:spChg chg="del mod">
          <ac:chgData name="Ranajoy Chakraborty" userId="f6bb329bb20ebf3a" providerId="LiveId" clId="{90FB9098-6659-4D5D-8D48-C1F78F91133B}" dt="2026-03-29T10:45:02.699" v="2527"/>
          <ac:spMkLst>
            <pc:docMk/>
            <pc:sldMk cId="764704217" sldId="324"/>
            <ac:spMk id="3" creationId="{CCCC3409-0EAE-8B52-D011-F34F66D22113}"/>
          </ac:spMkLst>
        </pc:spChg>
        <pc:spChg chg="add mod">
          <ac:chgData name="Ranajoy Chakraborty" userId="f6bb329bb20ebf3a" providerId="LiveId" clId="{90FB9098-6659-4D5D-8D48-C1F78F91133B}" dt="2026-03-29T10:46:33.342" v="2535" actId="1076"/>
          <ac:spMkLst>
            <pc:docMk/>
            <pc:sldMk cId="764704217" sldId="324"/>
            <ac:spMk id="5" creationId="{A00DB6CB-D9C7-CE95-6AC7-1000C8EB075F}"/>
          </ac:spMkLst>
        </pc:spChg>
      </pc:sldChg>
      <pc:sldChg chg="addSp delSp modSp new mod">
        <pc:chgData name="Ranajoy Chakraborty" userId="f6bb329bb20ebf3a" providerId="LiveId" clId="{90FB9098-6659-4D5D-8D48-C1F78F91133B}" dt="2026-03-29T10:52:28.890" v="2544" actId="1076"/>
        <pc:sldMkLst>
          <pc:docMk/>
          <pc:sldMk cId="705543937" sldId="325"/>
        </pc:sldMkLst>
        <pc:spChg chg="mod">
          <ac:chgData name="Ranajoy Chakraborty" userId="f6bb329bb20ebf3a" providerId="LiveId" clId="{90FB9098-6659-4D5D-8D48-C1F78F91133B}" dt="2026-03-29T10:52:28.890" v="2544" actId="1076"/>
          <ac:spMkLst>
            <pc:docMk/>
            <pc:sldMk cId="705543937" sldId="325"/>
            <ac:spMk id="2" creationId="{70D3D913-62A0-13AE-E9A7-4887A93F2D0E}"/>
          </ac:spMkLst>
        </pc:spChg>
        <pc:spChg chg="del">
          <ac:chgData name="Ranajoy Chakraborty" userId="f6bb329bb20ebf3a" providerId="LiveId" clId="{90FB9098-6659-4D5D-8D48-C1F78F91133B}" dt="2026-03-29T10:51:19.735" v="2539"/>
          <ac:spMkLst>
            <pc:docMk/>
            <pc:sldMk cId="705543937" sldId="325"/>
            <ac:spMk id="3" creationId="{A5D6777E-D778-3665-AA1C-3E6D668BD7C1}"/>
          </ac:spMkLst>
        </pc:spChg>
        <pc:spChg chg="add mod">
          <ac:chgData name="Ranajoy Chakraborty" userId="f6bb329bb20ebf3a" providerId="LiveId" clId="{90FB9098-6659-4D5D-8D48-C1F78F91133B}" dt="2026-03-29T10:51:39.554" v="2541" actId="14100"/>
          <ac:spMkLst>
            <pc:docMk/>
            <pc:sldMk cId="705543937" sldId="325"/>
            <ac:spMk id="5" creationId="{5392E091-B43A-CF77-06FC-D9266C77D6B1}"/>
          </ac:spMkLst>
        </pc:spChg>
      </pc:sldChg>
      <pc:sldChg chg="addSp delSp modSp new mod">
        <pc:chgData name="Ranajoy Chakraborty" userId="f6bb329bb20ebf3a" providerId="LiveId" clId="{90FB9098-6659-4D5D-8D48-C1F78F91133B}" dt="2026-03-29T10:55:08.676" v="2550" actId="1076"/>
        <pc:sldMkLst>
          <pc:docMk/>
          <pc:sldMk cId="1660076526" sldId="326"/>
        </pc:sldMkLst>
        <pc:spChg chg="mod">
          <ac:chgData name="Ranajoy Chakraborty" userId="f6bb329bb20ebf3a" providerId="LiveId" clId="{90FB9098-6659-4D5D-8D48-C1F78F91133B}" dt="2026-03-29T10:55:08.676" v="2550" actId="1076"/>
          <ac:spMkLst>
            <pc:docMk/>
            <pc:sldMk cId="1660076526" sldId="326"/>
            <ac:spMk id="2" creationId="{C98959E1-572E-C788-4FFC-E93C37DCCE34}"/>
          </ac:spMkLst>
        </pc:spChg>
        <pc:spChg chg="del">
          <ac:chgData name="Ranajoy Chakraborty" userId="f6bb329bb20ebf3a" providerId="LiveId" clId="{90FB9098-6659-4D5D-8D48-C1F78F91133B}" dt="2026-03-29T10:54:45.392" v="2547"/>
          <ac:spMkLst>
            <pc:docMk/>
            <pc:sldMk cId="1660076526" sldId="326"/>
            <ac:spMk id="3" creationId="{787A124B-E323-9B36-8754-3A6FA4CE4EE8}"/>
          </ac:spMkLst>
        </pc:spChg>
        <pc:spChg chg="add mod">
          <ac:chgData name="Ranajoy Chakraborty" userId="f6bb329bb20ebf3a" providerId="LiveId" clId="{90FB9098-6659-4D5D-8D48-C1F78F91133B}" dt="2026-03-29T10:55:02.259" v="2549" actId="255"/>
          <ac:spMkLst>
            <pc:docMk/>
            <pc:sldMk cId="1660076526" sldId="326"/>
            <ac:spMk id="5" creationId="{3C7295CA-8DC1-B5A6-0D26-2BC6C1010B73}"/>
          </ac:spMkLst>
        </pc:spChg>
      </pc:sldChg>
      <pc:sldChg chg="addSp delSp modSp new del mod">
        <pc:chgData name="Ranajoy Chakraborty" userId="f6bb329bb20ebf3a" providerId="LiveId" clId="{90FB9098-6659-4D5D-8D48-C1F78F91133B}" dt="2026-03-29T10:56:49.280" v="2554" actId="2696"/>
        <pc:sldMkLst>
          <pc:docMk/>
          <pc:sldMk cId="4066473783" sldId="327"/>
        </pc:sldMkLst>
        <pc:spChg chg="mod">
          <ac:chgData name="Ranajoy Chakraborty" userId="f6bb329bb20ebf3a" providerId="LiveId" clId="{90FB9098-6659-4D5D-8D48-C1F78F91133B}" dt="2026-03-29T10:55:36.426" v="2552" actId="20577"/>
          <ac:spMkLst>
            <pc:docMk/>
            <pc:sldMk cId="4066473783" sldId="327"/>
            <ac:spMk id="2" creationId="{203E53FE-8D3B-ABA3-C34B-5302EA245C7F}"/>
          </ac:spMkLst>
        </pc:spChg>
        <pc:spChg chg="del">
          <ac:chgData name="Ranajoy Chakraborty" userId="f6bb329bb20ebf3a" providerId="LiveId" clId="{90FB9098-6659-4D5D-8D48-C1F78F91133B}" dt="2026-03-29T10:56:37.216" v="2553"/>
          <ac:spMkLst>
            <pc:docMk/>
            <pc:sldMk cId="4066473783" sldId="327"/>
            <ac:spMk id="3" creationId="{6054177F-2FB4-C264-350D-C9554673BF99}"/>
          </ac:spMkLst>
        </pc:spChg>
        <pc:spChg chg="add mod">
          <ac:chgData name="Ranajoy Chakraborty" userId="f6bb329bb20ebf3a" providerId="LiveId" clId="{90FB9098-6659-4D5D-8D48-C1F78F91133B}" dt="2026-03-29T10:56:37.216" v="2553"/>
          <ac:spMkLst>
            <pc:docMk/>
            <pc:sldMk cId="4066473783" sldId="327"/>
            <ac:spMk id="5" creationId="{ECFD4A75-33B7-8834-DEDC-3C8FB1657B4F}"/>
          </ac:spMkLst>
        </pc:spChg>
      </pc:sldChg>
      <pc:sldChg chg="addSp delSp modSp new mod">
        <pc:chgData name="Ranajoy Chakraborty" userId="f6bb329bb20ebf3a" providerId="LiveId" clId="{90FB9098-6659-4D5D-8D48-C1F78F91133B}" dt="2026-03-29T10:58:11.954" v="2560" actId="14100"/>
        <pc:sldMkLst>
          <pc:docMk/>
          <pc:sldMk cId="8255410" sldId="328"/>
        </pc:sldMkLst>
        <pc:spChg chg="mod">
          <ac:chgData name="Ranajoy Chakraborty" userId="f6bb329bb20ebf3a" providerId="LiveId" clId="{90FB9098-6659-4D5D-8D48-C1F78F91133B}" dt="2026-03-29T10:57:41.732" v="2557" actId="255"/>
          <ac:spMkLst>
            <pc:docMk/>
            <pc:sldMk cId="8255410" sldId="328"/>
            <ac:spMk id="2" creationId="{F438A6ED-2611-B87B-11F3-6E78DA93E03D}"/>
          </ac:spMkLst>
        </pc:spChg>
        <pc:spChg chg="del">
          <ac:chgData name="Ranajoy Chakraborty" userId="f6bb329bb20ebf3a" providerId="LiveId" clId="{90FB9098-6659-4D5D-8D48-C1F78F91133B}" dt="2026-03-29T10:57:54.574" v="2558"/>
          <ac:spMkLst>
            <pc:docMk/>
            <pc:sldMk cId="8255410" sldId="328"/>
            <ac:spMk id="3" creationId="{38D36871-7200-A84F-EA59-BA69AD9546D0}"/>
          </ac:spMkLst>
        </pc:spChg>
        <pc:spChg chg="add mod">
          <ac:chgData name="Ranajoy Chakraborty" userId="f6bb329bb20ebf3a" providerId="LiveId" clId="{90FB9098-6659-4D5D-8D48-C1F78F91133B}" dt="2026-03-29T10:58:11.954" v="2560" actId="14100"/>
          <ac:spMkLst>
            <pc:docMk/>
            <pc:sldMk cId="8255410" sldId="328"/>
            <ac:spMk id="5" creationId="{3C71DA6F-6E06-A593-6A13-94D0746E2119}"/>
          </ac:spMkLst>
        </pc:spChg>
      </pc:sldChg>
      <pc:sldChg chg="new del">
        <pc:chgData name="Ranajoy Chakraborty" userId="f6bb329bb20ebf3a" providerId="LiveId" clId="{90FB9098-6659-4D5D-8D48-C1F78F91133B}" dt="2026-03-29T10:59:35.463" v="2564" actId="2696"/>
        <pc:sldMkLst>
          <pc:docMk/>
          <pc:sldMk cId="3099099296" sldId="329"/>
        </pc:sldMkLst>
      </pc:sldChg>
      <pc:sldChg chg="addSp delSp modSp new mod ord modClrScheme chgLayout">
        <pc:chgData name="Ranajoy Chakraborty" userId="f6bb329bb20ebf3a" providerId="LiveId" clId="{90FB9098-6659-4D5D-8D48-C1F78F91133B}" dt="2026-03-29T11:36:14.759" v="3018"/>
        <pc:sldMkLst>
          <pc:docMk/>
          <pc:sldMk cId="4223991774" sldId="329"/>
        </pc:sldMkLst>
        <pc:spChg chg="del">
          <ac:chgData name="Ranajoy Chakraborty" userId="f6bb329bb20ebf3a" providerId="LiveId" clId="{90FB9098-6659-4D5D-8D48-C1F78F91133B}" dt="2026-03-29T11:08:05.396" v="2879" actId="700"/>
          <ac:spMkLst>
            <pc:docMk/>
            <pc:sldMk cId="4223991774" sldId="329"/>
            <ac:spMk id="2" creationId="{A2F45D1B-50D9-0074-AB03-47737A1D8C46}"/>
          </ac:spMkLst>
        </pc:spChg>
        <pc:spChg chg="del">
          <ac:chgData name="Ranajoy Chakraborty" userId="f6bb329bb20ebf3a" providerId="LiveId" clId="{90FB9098-6659-4D5D-8D48-C1F78F91133B}" dt="2026-03-29T11:06:10.220" v="2869" actId="931"/>
          <ac:spMkLst>
            <pc:docMk/>
            <pc:sldMk cId="4223991774" sldId="329"/>
            <ac:spMk id="3" creationId="{A4C8BD3E-6A0D-454F-D906-1B086920021E}"/>
          </ac:spMkLst>
        </pc:spChg>
        <pc:spChg chg="mod ord">
          <ac:chgData name="Ranajoy Chakraborty" userId="f6bb329bb20ebf3a" providerId="LiveId" clId="{90FB9098-6659-4D5D-8D48-C1F78F91133B}" dt="2026-03-29T11:08:05.396" v="2879" actId="700"/>
          <ac:spMkLst>
            <pc:docMk/>
            <pc:sldMk cId="4223991774" sldId="329"/>
            <ac:spMk id="4" creationId="{7D16F3FB-FE39-C88B-56CA-6A1508974CBA}"/>
          </ac:spMkLst>
        </pc:spChg>
        <pc:spChg chg="add mod">
          <ac:chgData name="Ranajoy Chakraborty" userId="f6bb329bb20ebf3a" providerId="LiveId" clId="{90FB9098-6659-4D5D-8D48-C1F78F91133B}" dt="2026-03-29T11:29:14.670" v="2947" actId="1076"/>
          <ac:spMkLst>
            <pc:docMk/>
            <pc:sldMk cId="4223991774" sldId="329"/>
            <ac:spMk id="15" creationId="{54F41BED-A629-201C-65BD-35357A6B5862}"/>
          </ac:spMkLst>
        </pc:spChg>
        <pc:picChg chg="add mod ord">
          <ac:chgData name="Ranajoy Chakraborty" userId="f6bb329bb20ebf3a" providerId="LiveId" clId="{90FB9098-6659-4D5D-8D48-C1F78F91133B}" dt="2026-03-29T11:28:56.824" v="2943" actId="1076"/>
          <ac:picMkLst>
            <pc:docMk/>
            <pc:sldMk cId="4223991774" sldId="329"/>
            <ac:picMk id="6" creationId="{4DF63620-C849-6F92-BC5B-1E920C277078}"/>
          </ac:picMkLst>
        </pc:picChg>
        <pc:picChg chg="add mod">
          <ac:chgData name="Ranajoy Chakraborty" userId="f6bb329bb20ebf3a" providerId="LiveId" clId="{90FB9098-6659-4D5D-8D48-C1F78F91133B}" dt="2026-03-29T11:29:04.259" v="2945" actId="1076"/>
          <ac:picMkLst>
            <pc:docMk/>
            <pc:sldMk cId="4223991774" sldId="329"/>
            <ac:picMk id="8" creationId="{CC66D56D-23B8-E92B-11C0-C2FBACEDB61B}"/>
          </ac:picMkLst>
        </pc:picChg>
        <pc:picChg chg="add mod">
          <ac:chgData name="Ranajoy Chakraborty" userId="f6bb329bb20ebf3a" providerId="LiveId" clId="{90FB9098-6659-4D5D-8D48-C1F78F91133B}" dt="2026-03-29T11:29:07.124" v="2946" actId="1076"/>
          <ac:picMkLst>
            <pc:docMk/>
            <pc:sldMk cId="4223991774" sldId="329"/>
            <ac:picMk id="10" creationId="{987D28B8-5F45-E847-B09D-BB738CC4B7F1}"/>
          </ac:picMkLst>
        </pc:picChg>
        <pc:picChg chg="add mod">
          <ac:chgData name="Ranajoy Chakraborty" userId="f6bb329bb20ebf3a" providerId="LiveId" clId="{90FB9098-6659-4D5D-8D48-C1F78F91133B}" dt="2026-03-29T11:26:57.347" v="2921" actId="14100"/>
          <ac:picMkLst>
            <pc:docMk/>
            <pc:sldMk cId="4223991774" sldId="329"/>
            <ac:picMk id="12" creationId="{550D077A-1FE9-F627-7064-B73C2CE740E4}"/>
          </ac:picMkLst>
        </pc:picChg>
        <pc:picChg chg="add mod">
          <ac:chgData name="Ranajoy Chakraborty" userId="f6bb329bb20ebf3a" providerId="LiveId" clId="{90FB9098-6659-4D5D-8D48-C1F78F91133B}" dt="2026-03-29T11:26:59.084" v="2922" actId="1076"/>
          <ac:picMkLst>
            <pc:docMk/>
            <pc:sldMk cId="4223991774" sldId="329"/>
            <ac:picMk id="14" creationId="{7512B7EC-3DE4-71A3-0026-358E3DA9CB11}"/>
          </ac:picMkLst>
        </pc:picChg>
      </pc:sldChg>
      <pc:sldChg chg="new del">
        <pc:chgData name="Ranajoy Chakraborty" userId="f6bb329bb20ebf3a" providerId="LiveId" clId="{90FB9098-6659-4D5D-8D48-C1F78F91133B}" dt="2026-03-29T11:35:31.007" v="3013" actId="2696"/>
        <pc:sldMkLst>
          <pc:docMk/>
          <pc:sldMk cId="743102514" sldId="330"/>
        </pc:sldMkLst>
      </pc:sldChg>
      <pc:sldChg chg="new del">
        <pc:chgData name="Ranajoy Chakraborty" userId="f6bb329bb20ebf3a" providerId="LiveId" clId="{90FB9098-6659-4D5D-8D48-C1F78F91133B}" dt="2026-03-29T11:02:35.992" v="2706" actId="2696"/>
        <pc:sldMkLst>
          <pc:docMk/>
          <pc:sldMk cId="2495618901" sldId="330"/>
        </pc:sldMkLst>
      </pc:sldChg>
      <pc:sldChg chg="new del">
        <pc:chgData name="Ranajoy Chakraborty" userId="f6bb329bb20ebf3a" providerId="LiveId" clId="{90FB9098-6659-4D5D-8D48-C1F78F91133B}" dt="2026-03-29T11:27:37.773" v="2925" actId="2696"/>
        <pc:sldMkLst>
          <pc:docMk/>
          <pc:sldMk cId="661343394" sldId="331"/>
        </pc:sldMkLst>
      </pc:sldChg>
      <pc:sldChg chg="modSp new del mod">
        <pc:chgData name="Ranajoy Chakraborty" userId="f6bb329bb20ebf3a" providerId="LiveId" clId="{90FB9098-6659-4D5D-8D48-C1F78F91133B}" dt="2026-03-29T11:02:28.313" v="2705" actId="2696"/>
        <pc:sldMkLst>
          <pc:docMk/>
          <pc:sldMk cId="788195510" sldId="331"/>
        </pc:sldMkLst>
        <pc:spChg chg="mod">
          <ac:chgData name="Ranajoy Chakraborty" userId="f6bb329bb20ebf3a" providerId="LiveId" clId="{90FB9098-6659-4D5D-8D48-C1F78F91133B}" dt="2026-03-29T11:02:21.249" v="2704" actId="20577"/>
          <ac:spMkLst>
            <pc:docMk/>
            <pc:sldMk cId="788195510" sldId="331"/>
            <ac:spMk id="4" creationId="{0C4B53BF-A6DC-197F-8F73-07436CCA52B1}"/>
          </ac:spMkLst>
        </pc:spChg>
      </pc:sldChg>
      <pc:sldChg chg="new del">
        <pc:chgData name="Ranajoy Chakraborty" userId="f6bb329bb20ebf3a" providerId="LiveId" clId="{90FB9098-6659-4D5D-8D48-C1F78F91133B}" dt="2026-03-29T11:35:34.912" v="3014" actId="2696"/>
        <pc:sldMkLst>
          <pc:docMk/>
          <pc:sldMk cId="1171655575" sldId="331"/>
        </pc:sldMkLst>
      </pc:sldChg>
      <pc:sldChg chg="addSp delSp modSp new mod ord">
        <pc:chgData name="Ranajoy Chakraborty" userId="f6bb329bb20ebf3a" providerId="LiveId" clId="{90FB9098-6659-4D5D-8D48-C1F78F91133B}" dt="2026-03-29T11:36:23.964" v="3020"/>
        <pc:sldMkLst>
          <pc:docMk/>
          <pc:sldMk cId="388175881" sldId="332"/>
        </pc:sldMkLst>
        <pc:spChg chg="add del mod">
          <ac:chgData name="Ranajoy Chakraborty" userId="f6bb329bb20ebf3a" providerId="LiveId" clId="{90FB9098-6659-4D5D-8D48-C1F78F91133B}" dt="2026-03-29T11:34:29.859" v="2967"/>
          <ac:spMkLst>
            <pc:docMk/>
            <pc:sldMk cId="388175881" sldId="332"/>
            <ac:spMk id="9" creationId="{9001E724-F0A7-AC20-DB87-111ED4F128AA}"/>
          </ac:spMkLst>
        </pc:spChg>
        <pc:spChg chg="add mod">
          <ac:chgData name="Ranajoy Chakraborty" userId="f6bb329bb20ebf3a" providerId="LiveId" clId="{90FB9098-6659-4D5D-8D48-C1F78F91133B}" dt="2026-03-29T11:35:18.756" v="3012" actId="1076"/>
          <ac:spMkLst>
            <pc:docMk/>
            <pc:sldMk cId="388175881" sldId="332"/>
            <ac:spMk id="10" creationId="{FA6CED19-F51A-020F-1695-7F5114761D38}"/>
          </ac:spMkLst>
        </pc:spChg>
        <pc:picChg chg="add mod">
          <ac:chgData name="Ranajoy Chakraborty" userId="f6bb329bb20ebf3a" providerId="LiveId" clId="{90FB9098-6659-4D5D-8D48-C1F78F91133B}" dt="2026-03-29T11:32:05.420" v="2952" actId="1076"/>
          <ac:picMkLst>
            <pc:docMk/>
            <pc:sldMk cId="388175881" sldId="332"/>
            <ac:picMk id="4" creationId="{AF2424EC-8A3B-E5F9-C7C5-4DA207CEC905}"/>
          </ac:picMkLst>
        </pc:picChg>
        <pc:picChg chg="add mod">
          <ac:chgData name="Ranajoy Chakraborty" userId="f6bb329bb20ebf3a" providerId="LiveId" clId="{90FB9098-6659-4D5D-8D48-C1F78F91133B}" dt="2026-03-29T11:33:33.287" v="2958" actId="1076"/>
          <ac:picMkLst>
            <pc:docMk/>
            <pc:sldMk cId="388175881" sldId="332"/>
            <ac:picMk id="6" creationId="{E71D8F8D-01D4-2C3A-C673-8D67F5ED786D}"/>
          </ac:picMkLst>
        </pc:picChg>
        <pc:picChg chg="add mod">
          <ac:chgData name="Ranajoy Chakraborty" userId="f6bb329bb20ebf3a" providerId="LiveId" clId="{90FB9098-6659-4D5D-8D48-C1F78F91133B}" dt="2026-03-29T11:34:09.317" v="2964" actId="1076"/>
          <ac:picMkLst>
            <pc:docMk/>
            <pc:sldMk cId="388175881" sldId="332"/>
            <ac:picMk id="8" creationId="{F032EB54-8E0F-1676-723D-B7A9A246AA2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jpg"/><Relationship Id="rId4" Type="http://schemas.openxmlformats.org/officeDocument/2006/relationships/hyperlink" Target="https://empiremagazineafrica.com/time-management-systems-for-business-owners-and-teams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1888" y="810227"/>
            <a:ext cx="6888224" cy="3831221"/>
          </a:xfrm>
        </p:spPr>
        <p:txBody>
          <a:bodyPr anchor="ctr"/>
          <a:lstStyle/>
          <a:p>
            <a:r>
              <a:rPr lang="en-US" dirty="0"/>
              <a:t>Global Fusion POS: An Automated Computational Engine for Modern Hospitality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F35E806-66F9-2D69-65EC-1972BDA5D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722" y="5386053"/>
            <a:ext cx="1027255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Core Technology: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Developed using Python 3.12 for high-speed transaction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Industry Focus: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Specialized for the F&amp;B (Food &amp; Beverage) Fusion sector.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Presenter: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Panchami Chakraborty   |VIT BHOPAL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Subtitle: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Bridging the gap between manual billing and complex ERP software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5" y="692943"/>
            <a:ext cx="8244348" cy="1659943"/>
          </a:xfrm>
        </p:spPr>
        <p:txBody>
          <a:bodyPr/>
          <a:lstStyle/>
          <a:p>
            <a:r>
              <a:rPr lang="en-IN" dirty="0"/>
              <a:t>Project Vision &amp; Scope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F78D34-D4DB-7194-2313-90C99846E2EB}"/>
              </a:ext>
            </a:extLst>
          </p:cNvPr>
          <p:cNvSpPr txBox="1"/>
          <p:nvPr/>
        </p:nvSpPr>
        <p:spPr>
          <a:xfrm>
            <a:off x="519143" y="1039450"/>
            <a:ext cx="7374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825"/>
              </a:spcAft>
            </a:pPr>
            <a:r>
              <a:rPr lang="en-US" b="0" i="0" dirty="0">
                <a:solidFill>
                  <a:srgbClr val="E3E3E3"/>
                </a:solidFill>
                <a:effectLst/>
                <a:latin typeface="Google Sans Flex"/>
              </a:rPr>
              <a:t>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20CD36E-5834-63C4-FBEA-2154A48413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868990"/>
            <a:ext cx="1217036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 First: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Reducing the "time-to-table" for billing from minutes to seconds.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Eliminating human error in tax and service charge calculations.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Accessibility: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lightweight CLI interface that runs on any operating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Customization: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modular menu system that adapts to seasonal food changes.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Integrity: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Ensuring every discount and tax is applied consistently.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6F3FB-FE39-C88B-56CA-6A1508974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DF63620-C849-6F92-BC5B-1E920C27707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43598" y="701702"/>
            <a:ext cx="3776472" cy="2835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66D56D-23B8-E92B-11C0-C2FBACEDB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222" y="689274"/>
            <a:ext cx="3867912" cy="28352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7D28B8-5F45-E847-B09D-BB738CC4B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4151" y="679111"/>
            <a:ext cx="4129115" cy="28804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0D077A-1FE9-F627-7064-B73C2CE74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410" y="3593303"/>
            <a:ext cx="4889429" cy="32379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12B7EC-3DE4-71A3-0026-358E3DA9CB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1442" y="3620099"/>
            <a:ext cx="5098308" cy="32379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4F41BED-A629-201C-65BD-35357A6B5862}"/>
              </a:ext>
            </a:extLst>
          </p:cNvPr>
          <p:cNvSpPr txBox="1"/>
          <p:nvPr/>
        </p:nvSpPr>
        <p:spPr>
          <a:xfrm>
            <a:off x="4311995" y="112147"/>
            <a:ext cx="7114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3200" dirty="0"/>
              <a:t>FINAL CODE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3991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EB317A-7C4B-255C-D750-B8CD5BD91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2424EC-8A3B-E5F9-C7C5-4DA207CEC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44" y="1389888"/>
            <a:ext cx="3543047" cy="52760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1D8F8D-01D4-2C3A-C673-8D67F5ED7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0743" y="1417320"/>
            <a:ext cx="4307633" cy="52212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32EB54-8E0F-1676-723D-B7A9A246A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3828" y="1389888"/>
            <a:ext cx="3828341" cy="52212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6CED19-F51A-020F-1695-7F5114761D38}"/>
              </a:ext>
            </a:extLst>
          </p:cNvPr>
          <p:cNvSpPr txBox="1"/>
          <p:nvPr/>
        </p:nvSpPr>
        <p:spPr>
          <a:xfrm>
            <a:off x="2651760" y="453627"/>
            <a:ext cx="998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INPUTS AND THE FINAL OUTPUT OF THE CODE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75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445" y="-693436"/>
            <a:ext cx="9655883" cy="3731601"/>
          </a:xfrm>
        </p:spPr>
        <p:txBody>
          <a:bodyPr/>
          <a:lstStyle/>
          <a:p>
            <a:r>
              <a:rPr lang="en-IN" dirty="0"/>
              <a:t>The "</a:t>
            </a:r>
            <a:r>
              <a:rPr lang="en-IN" dirty="0">
                <a:latin typeface="Algerian" panose="04020705040A02060702" pitchFamily="82" charset="0"/>
              </a:rPr>
              <a:t>Paper-to-Digital</a:t>
            </a:r>
            <a:r>
              <a:rPr lang="en-IN" dirty="0"/>
              <a:t>" Problem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7CC412C-DFEA-6B56-DAFB-A3F6644D803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7987" y="2274838"/>
            <a:ext cx="1229523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Leakage: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Identifying how manual math errors lead to significant monthly losses.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Staff Burnout: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Reducing the mental load on servers during peak "rush hour" periods.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Paper Waste: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Moving away from handwritten KOTs (Kitchen Order Tickets) and bills.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 Trails: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Solving the problem of untraceable transactions and "missing" cash.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Experience: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Eliminating long wait times for final bill generation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488" y="-1014788"/>
            <a:ext cx="7339076" cy="2717497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Key Functional Requirements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040C510-7EA0-5573-C2AC-60553ACB9E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2728387"/>
            <a:ext cx="912925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Multi-Category Navigation: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Distinct sections for Indian, Western, and Fusion items.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ID-Based Input: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unique numerical codes to minimize typing for staff.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Cart Logic: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adding, updating, and clearing of ordered items.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Tax Engine: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Hardcoded GST and Service Charge rules for compliance.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Loyalty Incentives: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Built-in logic to trigger discounts for high-value customers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406" y="457199"/>
            <a:ext cx="11308039" cy="1386349"/>
          </a:xfrm>
        </p:spPr>
        <p:txBody>
          <a:bodyPr/>
          <a:lstStyle/>
          <a:p>
            <a:r>
              <a:rPr lang="en-IN" sz="4400" dirty="0">
                <a:latin typeface="Algerian" panose="04020705040A02060702" pitchFamily="82" charset="0"/>
              </a:rPr>
              <a:t>System Architecture &amp; Data Flow</a:t>
            </a:r>
            <a:br>
              <a:rPr lang="en-IN" sz="4400" dirty="0">
                <a:latin typeface="Algerian" panose="04020705040A02060702" pitchFamily="82" charset="0"/>
              </a:rPr>
            </a:br>
            <a:endParaRPr lang="en-US" sz="4400" dirty="0">
              <a:latin typeface="Algerian" panose="04020705040A02060702" pitchFamily="82" charset="0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D027D3-37B1-24D4-124A-448013582CC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2153909"/>
            <a:ext cx="1211645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Design: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Separating Menu Data, Transaction Logic, and Invoice Rendering.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Layer: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Captures User IDs and quantities via the command-line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Layer: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Sanitizes inputs to ensure only numbers and valid IDs pass through.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Processing Layer: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Calculates row totals and manages the temporary "Session Cart."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Layer: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Generates a professional, formatted ASCII-based Tax Invoice.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103" y="457199"/>
            <a:ext cx="10331794" cy="1733943"/>
          </a:xfrm>
        </p:spPr>
        <p:txBody>
          <a:bodyPr/>
          <a:lstStyle/>
          <a:p>
            <a:r>
              <a:rPr lang="en-IN" sz="4400" dirty="0">
                <a:latin typeface="Algerian" panose="04020705040A02060702" pitchFamily="82" charset="0"/>
              </a:rPr>
              <a:t>Database Strategy: Nested Dictionaries</a:t>
            </a:r>
            <a:endParaRPr lang="en-US" sz="44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03EEFFF-C8FC-AAA1-05D5-97B7E92201CA}"/>
              </a:ext>
            </a:extLst>
          </p:cNvPr>
          <p:cNvSpPr>
            <a:spLocks noGrp="1" noChangeArrowheads="1"/>
          </p:cNvSpPr>
          <p:nvPr>
            <p:ph idx="11"/>
          </p:nvPr>
        </p:nvSpPr>
        <p:spPr bwMode="auto">
          <a:xfrm>
            <a:off x="1075981" y="2555129"/>
            <a:ext cx="980020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Key-Value Pairs: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Utilizing Python Dictionaries for high-performance data retrieval.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Categorization: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Grouping items logically (e.g., "Indian Main Course") for easier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Mapping: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Floating-point precision for accurate currency representation.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 Parsing: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Splitting keys (e.g., "1. Paneer Tikka") to enable ID-based searching.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Maintenance: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Non-technical owners can update prices directly in the 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834635"/>
            <a:ext cx="10073149" cy="595959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The Selection Logic (ID Mapping)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B240F75-2641-FA42-9811-977F0CF5BF0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52973" y="2091682"/>
            <a:ext cx="1033457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Loop-Search Algorithm: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Iterating through nested categories to find specific Item IDs.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 Parsing: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startswith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.split()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identify the correct menu item.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 Values: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Returning both the item name and unit price for calculation.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Null Handling: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Returning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an ID is not found, preventing system crashes.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Instantaneous lookup even with a menu of 100+ items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648335" cy="1091627"/>
          </a:xfrm>
        </p:spPr>
        <p:txBody>
          <a:bodyPr/>
          <a:lstStyle/>
          <a:p>
            <a:r>
              <a:rPr lang="en-IN" sz="4000" dirty="0"/>
              <a:t> </a:t>
            </a:r>
            <a:r>
              <a:rPr lang="en-IN" sz="4000" dirty="0">
                <a:latin typeface="Algerian" panose="04020705040A02060702" pitchFamily="82" charset="0"/>
              </a:rPr>
              <a:t>Real-Time Transaction Management</a:t>
            </a:r>
            <a:endParaRPr lang="en-US" sz="4000" dirty="0">
              <a:latin typeface="Algerian" panose="04020705040A02060702" pitchFamily="8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9F6DE3D-A005-2DCE-3F15-E6E2577F04C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214745" y="4348692"/>
            <a:ext cx="4221163" cy="2509308"/>
          </a:xfrm>
        </p:spPr>
      </p:pic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9435908" y="1799550"/>
            <a:ext cx="3202545" cy="434869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7D5FAB-204D-FF59-3164-A10CA8484ADC}"/>
              </a:ext>
            </a:extLst>
          </p:cNvPr>
          <p:cNvSpPr>
            <a:spLocks noGrp="1" noChangeArrowheads="1"/>
          </p:cNvSpPr>
          <p:nvPr>
            <p:ph sz="half" idx="15"/>
          </p:nvPr>
        </p:nvSpPr>
        <p:spPr bwMode="auto">
          <a:xfrm>
            <a:off x="-85417" y="1091627"/>
            <a:ext cx="886070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"Cart" Object: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dynamic list that stores dictionaries of active orders.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Duplicate Detection: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Scanning the cart to see if an item already exists.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Quantity Accumulation: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Adding new quantities to existing items rather than duplicating lines.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Auto-Totaling: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Recalculating the row total whenever a quantity change occurs.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 Isolation: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Each transaction is fresh, ensuring no data bleed between tables.</a:t>
            </a: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IN" dirty="0"/>
              <a:t>User Interface Design (CLI Aesthetics)</a:t>
            </a:r>
            <a:endParaRPr lang="en-US" dirty="0"/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A850F01-D478-C886-B704-A87FA663DF9F}"/>
              </a:ext>
            </a:extLst>
          </p:cNvPr>
          <p:cNvSpPr>
            <a:spLocks noGrp="1" noChangeArrowheads="1"/>
          </p:cNvSpPr>
          <p:nvPr>
            <p:ph idx="13"/>
          </p:nvPr>
        </p:nvSpPr>
        <p:spPr bwMode="auto">
          <a:xfrm>
            <a:off x="309715" y="2299762"/>
            <a:ext cx="833283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Framing: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double-line borders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═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for a premium "bill" look.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 Alignment: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f-string padding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:28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to create a perfectly aligned table.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Emphasis: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Bolding and capitalizing headers to guide the user's eye.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Currency Symbols: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Integrating the "₹" symbol for localized financial clarity.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 Cues: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Clear prompts like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[CONTROLS]: Enter Item #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staff guidance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129" y="324465"/>
            <a:ext cx="11282516" cy="1745592"/>
          </a:xfrm>
        </p:spPr>
        <p:txBody>
          <a:bodyPr/>
          <a:lstStyle/>
          <a:p>
            <a:r>
              <a:rPr lang="en-IN" sz="4000" dirty="0">
                <a:latin typeface="Algerian" panose="04020705040A02060702" pitchFamily="82" charset="0"/>
              </a:rPr>
              <a:t>Financial Logic – Subtotal &amp; Discounts</a:t>
            </a:r>
            <a:br>
              <a:rPr lang="en-IN" sz="4000" dirty="0">
                <a:latin typeface="Algerian" panose="04020705040A02060702" pitchFamily="82" charset="0"/>
              </a:rPr>
            </a:br>
            <a:endParaRPr lang="en-US" sz="4000" dirty="0">
              <a:latin typeface="Algerian" panose="04020705040A02060702" pitchFamily="8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E193F3D-BAC6-D4A8-22FC-04197DE86A2D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1550988" y="3296211"/>
            <a:ext cx="956929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2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4FBD7FD-97D1-3375-0593-327315EF046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14664" y="3296211"/>
            <a:ext cx="1116267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 Summation: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Aggregating all row totals into a single "Subtotal" variable.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Threshold Logic: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Checking if the bill exceeds the ₹2,000 "Loyalty" limit.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Rate Application: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Calculating the 10% discount value based on the subtotal.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 Amount: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Subtracting the discount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tax application to ensure fairness.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Transparency: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Showing the discount as a negative line item on the final receipt</a:t>
            </a:r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5608" y="704389"/>
            <a:ext cx="10724767" cy="999746"/>
          </a:xfrm>
        </p:spPr>
        <p:txBody>
          <a:bodyPr/>
          <a:lstStyle/>
          <a:p>
            <a:r>
              <a:rPr lang="en-US" sz="4400" dirty="0">
                <a:latin typeface="Algerian" panose="04020705040A02060702" pitchFamily="82" charset="0"/>
              </a:rPr>
              <a:t>Final tips &amp; takeaways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4A7789-EFD6-DD30-A043-E62A1FD53AE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550987" y="2414126"/>
            <a:ext cx="7932225" cy="373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Service Charge: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Applying a 10% hospitality fee to the net amount.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Formula: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$Grand Total = Net + (Net \times 0.05) + (Net \times 0.10)$.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Financial Accuracy: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Using 2-decimal point precision for all intermediate math.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GST Calculation: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Applying a fixed 5% tax on the net (after-discount) amount.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Rounding: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Using the round() function for the final payment amount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4" y="1499156"/>
            <a:ext cx="10511627" cy="1012785"/>
          </a:xfrm>
        </p:spPr>
        <p:txBody>
          <a:bodyPr/>
          <a:lstStyle/>
          <a:p>
            <a:r>
              <a:rPr lang="en-IN" sz="4000" dirty="0">
                <a:latin typeface="Algerian" panose="04020705040A02060702" pitchFamily="82" charset="0"/>
              </a:rPr>
              <a:t>Error Handling &amp; Robustness</a:t>
            </a:r>
            <a:endParaRPr lang="en-US" sz="4000" dirty="0">
              <a:latin typeface="Algerian" panose="04020705040A02060702" pitchFamily="8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ECEA8AB-A18F-60CE-4668-8677E4889D8A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117987" y="3660062"/>
            <a:ext cx="1230298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Integer Casting: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try...except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catch errors when text is entered instead of numbers.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Quantity Guards: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Ensuring quantities are positive integers (cannot order -1 items).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Range Checks: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Validating that IDs fall strictly between 1 and 48.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 Exit: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Providing a dedicated command ('0') to finish the transaction safely.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Cart Wipe: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Allowing '99' to clear all mistakes instantly without restarting the app.</a:t>
            </a:r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4DD12-17C6-A869-4B9B-37534C015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647" y="97215"/>
            <a:ext cx="10983574" cy="886315"/>
          </a:xfrm>
        </p:spPr>
        <p:txBody>
          <a:bodyPr/>
          <a:lstStyle/>
          <a:p>
            <a:r>
              <a:rPr lang="en-IN" sz="4000" dirty="0">
                <a:latin typeface="Algerian" panose="04020705040A02060702" pitchFamily="82" charset="0"/>
              </a:rPr>
              <a:t>Technical Deep Dive: The Loop Engine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A97B9-4E87-3CE1-BF89-1382B70B19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1D8C536-DD6C-5521-D0EB-0C119D5D628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47985" y="6302759"/>
            <a:ext cx="11176246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87EA79C-89E7-8619-6FD5-376861DEF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77851"/>
            <a:ext cx="1297512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Infinite Loop Pattern: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while True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maintain the interactive POS session.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 Conditions: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Terminating the loop only when the "Generate Bill" signal is received.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Management: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Variables are updated in-memory for zero-latency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Input: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input()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function pauses the engine to wait for staff action.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 Control: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continue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skip invalid logic and keep the app running.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444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CBBA7-833A-3E9D-05C2-BDB064E84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8" y="621694"/>
            <a:ext cx="11533238" cy="994164"/>
          </a:xfrm>
        </p:spPr>
        <p:txBody>
          <a:bodyPr/>
          <a:lstStyle/>
          <a:p>
            <a:r>
              <a:rPr lang="en-US" sz="4400" dirty="0">
                <a:latin typeface="Algerian" panose="04020705040A02060702" pitchFamily="82" charset="0"/>
              </a:rPr>
              <a:t>the Output: Anatomy of a Tax Invoice</a:t>
            </a:r>
            <a:endParaRPr lang="en-IN" sz="4400" dirty="0">
              <a:latin typeface="Algerian" panose="04020705040A02060702" pitchFamily="8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44482-3A8A-4A0A-8CA7-48BC3807CC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00DB6CB-D9C7-CE95-6AC7-1000C8EB075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-162232" y="2310482"/>
            <a:ext cx="1367642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Branding Header: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high-impact blockquote section for restaurant identity.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Itemized Rows: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Detailed breakdown of Description, Qty, Price, and Total.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Separator Lines: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dashed lines to distinguish between order list and totals.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Summary: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Clear display of Subtotal, Net, GST, and Service Charge.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 to Action: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friendly footer message to encourage repeat visits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4704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3D913-62A0-13AE-E9A7-4887A93F2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979" y="621695"/>
            <a:ext cx="7965461" cy="994164"/>
          </a:xfrm>
        </p:spPr>
        <p:txBody>
          <a:bodyPr/>
          <a:lstStyle/>
          <a:p>
            <a:r>
              <a:rPr lang="en-IN" sz="4400" dirty="0">
                <a:latin typeface="Algerian" panose="04020705040A02060702" pitchFamily="82" charset="0"/>
              </a:rPr>
              <a:t>Performance &amp; Efficiency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FE98F-0DDE-0965-E69F-F8817765FB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392E091-B43A-CF77-06FC-D9266C77D6B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98206" y="3082382"/>
            <a:ext cx="1437667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Zero Dependencies: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Runs on standard Python libraries with no external installs.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RAM Usage: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entire system consumes less than 20MB of memory.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Execution: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Capable of processing hundreds of orders per second.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Cross-Platform: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Works seamlessly on Windows, macOS, and Linux terminals.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Portable Code: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single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file that can be shared or moved easily.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543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959E1-572E-C788-4FFC-E93C37DCC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269" y="898087"/>
            <a:ext cx="7965461" cy="994164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UX Considerations for Staff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DFA5F-B8F5-672E-A216-1BFBFE1F48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C7295CA-8DC1-B5A6-0D26-2BC6C1010B7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69806" y="2159052"/>
            <a:ext cx="965621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Minimal Cognitive Load: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need to memorize prices; only menu numbers.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Confirmation Feedback: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Immediate "Added" messages prevent double-entry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Logical Categories: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Grouping items by cuisine type matches the flow of a typical meal.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Mouse Required: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100% keyboard-driven for maximum speed during busy hours.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Totals: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Final Grand Total is the most prominent part of the output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0076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8A6ED-2611-B87B-11F3-6E78DA93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latin typeface="Algerian" panose="04020705040A02060702" pitchFamily="82" charset="0"/>
              </a:rPr>
              <a:t>Summary &amp; Final Impact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FB5A3-2DCF-B038-A012-28B125EA3E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C71DA6F-6E06-A593-6A13-94D0746E211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65974" y="2566910"/>
            <a:ext cx="1359052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Solution: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grow from a single-counter cafe to a busy restaurant.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 Control: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Gives management full visibility over pricing and taxes.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Modernization: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Elevates the restaurant's image through professional billing.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Directly improves the bottom line by eliminating manual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Floor: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Inviting questions on the code structure or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8255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9232" y="1261262"/>
            <a:ext cx="7772399" cy="2727709"/>
          </a:xfrm>
        </p:spPr>
        <p:txBody>
          <a:bodyPr/>
          <a:lstStyle/>
          <a:p>
            <a:r>
              <a:rPr lang="en-US" sz="5400" dirty="0">
                <a:latin typeface="Algerian" panose="04020705040A02060702" pitchFamily="82" charset="0"/>
              </a:rPr>
              <a:t>Thank you</a:t>
            </a:r>
            <a:br>
              <a:rPr lang="en-US" sz="5400" dirty="0">
                <a:latin typeface="Algerian" panose="04020705040A02060702" pitchFamily="82" charset="0"/>
              </a:rPr>
            </a:br>
            <a:endParaRPr lang="en-US" sz="5400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2617" y="3694734"/>
            <a:ext cx="5715000" cy="2234642"/>
          </a:xfrm>
        </p:spPr>
        <p:txBody>
          <a:bodyPr/>
          <a:lstStyle/>
          <a:p>
            <a:r>
              <a:rPr lang="en-US" dirty="0"/>
              <a:t>PANCHAMI CHAKRABORTY</a:t>
            </a:r>
          </a:p>
          <a:p>
            <a:r>
              <a:rPr lang="en-US" dirty="0"/>
              <a:t>panchami.25bai10587@vitbhopal.ac.in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{36DFF81A-FBC6-4976-95FD-100A4A281329}TF8a9b5915-b8c7-461e-8cdd-693d48b5e32371f7b7e2_win32-4bf0b9a2ea37</Template>
  <TotalTime>178</TotalTime>
  <Words>1323</Words>
  <Application>Microsoft Office PowerPoint</Application>
  <PresentationFormat>Widescreen</PresentationFormat>
  <Paragraphs>127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Algerian</vt:lpstr>
      <vt:lpstr>Arial</vt:lpstr>
      <vt:lpstr>Arial Black</vt:lpstr>
      <vt:lpstr>Arial Unicode MS</vt:lpstr>
      <vt:lpstr>Calibri</vt:lpstr>
      <vt:lpstr>Google Sans Flex</vt:lpstr>
      <vt:lpstr>Google Sans Text</vt:lpstr>
      <vt:lpstr>Sabon Next LT</vt:lpstr>
      <vt:lpstr>Custom</vt:lpstr>
      <vt:lpstr>Global Fusion POS: An Automated Computational Engine for Modern Hospitality</vt:lpstr>
      <vt:lpstr>Project Vision &amp; Scope</vt:lpstr>
      <vt:lpstr>PowerPoint Presentation</vt:lpstr>
      <vt:lpstr>PowerPoint Presentation</vt:lpstr>
      <vt:lpstr>The "Paper-to-Digital" Problem</vt:lpstr>
      <vt:lpstr>Key Functional Requirements</vt:lpstr>
      <vt:lpstr>System Architecture &amp; Data Flow </vt:lpstr>
      <vt:lpstr>Database Strategy: Nested Dictionaries</vt:lpstr>
      <vt:lpstr>The Selection Logic (ID Mapping)</vt:lpstr>
      <vt:lpstr> Real-Time Transaction Management</vt:lpstr>
      <vt:lpstr>User Interface Design (CLI Aesthetics)</vt:lpstr>
      <vt:lpstr>Financial Logic – Subtotal &amp; Discounts </vt:lpstr>
      <vt:lpstr>Final tips &amp; takeaways</vt:lpstr>
      <vt:lpstr>Error Handling &amp; Robustness</vt:lpstr>
      <vt:lpstr>Technical Deep Dive: The Loop Engine</vt:lpstr>
      <vt:lpstr>the Output: Anatomy of a Tax Invoice</vt:lpstr>
      <vt:lpstr>Performance &amp; Efficiency</vt:lpstr>
      <vt:lpstr>UX Considerations for Staff</vt:lpstr>
      <vt:lpstr>Summary &amp; Final Impact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Ranajoy Chakraborty</dc:creator>
  <cp:lastModifiedBy>Ranajoy Chakraborty</cp:lastModifiedBy>
  <cp:revision>1</cp:revision>
  <dcterms:created xsi:type="dcterms:W3CDTF">2026-03-29T08:37:55Z</dcterms:created>
  <dcterms:modified xsi:type="dcterms:W3CDTF">2026-03-29T11:36:24Z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